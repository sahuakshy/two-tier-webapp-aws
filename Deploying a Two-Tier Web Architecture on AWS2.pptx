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17"/>
  </p:notesMasterIdLst>
  <p:handoutMasterIdLst>
    <p:handoutMasterId r:id="rId18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0080625" cy="567055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70"/>
    <a:srgbClr val="CDE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750" y="60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1D44AFFA-1A23-4581-BAED-B3444A9A5F31}" type="slidenum">
              <a:t>‹#›</a:t>
            </a:fld>
            <a:endParaRPr lang="en-US" sz="1400" b="0" i="0" u="none" strike="noStrike" kern="1200" cap="none">
              <a:ln>
                <a:noFill/>
              </a:ln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287994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3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 anchorCtr="0"/>
          <a:lstStyle>
            <a:lvl1pPr lvl="0" rtl="0" hangingPunct="0">
              <a:buNone/>
              <a:tabLst/>
              <a:defRPr lang="en-US" sz="1400">
                <a:solidFill>
                  <a:srgbClr val="000000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 anchorCtr="0"/>
          <a:lstStyle>
            <a:lvl1pPr lvl="0" algn="r" rtl="0" hangingPunct="0">
              <a:buNone/>
              <a:tabLst/>
              <a:defRPr lang="en-US" sz="1400">
                <a:solidFill>
                  <a:srgbClr val="000000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rtl="0" hangingPunct="0">
              <a:buNone/>
              <a:tabLst/>
              <a:defRPr lang="en-US" sz="1400">
                <a:solidFill>
                  <a:srgbClr val="000000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algn="r" rtl="0" hangingPunct="0">
              <a:buNone/>
              <a:tabLst/>
              <a:defRPr lang="en-US" sz="1400">
                <a:solidFill>
                  <a:srgbClr val="000000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41BEBCDC-FCB6-4712-A511-E247EDE5FEF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3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1762125"/>
            <a:ext cx="8569325" cy="12144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3213100"/>
            <a:ext cx="7056437" cy="14493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ECAA4DD-BAD1-49B3-A2D1-87DB31405A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62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A14C4A0-8825-45E7-8F84-C6BE323F3C2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72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3643313"/>
            <a:ext cx="8567738" cy="1127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2403475"/>
            <a:ext cx="8567738" cy="12398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44CBE5E-68B0-4E93-B0B9-F5EFD399875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25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2609850"/>
            <a:ext cx="4422775" cy="2160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2609850"/>
            <a:ext cx="4424363" cy="2160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39CDFF7-A397-4D4B-B6CC-9B741530E96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46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227013"/>
            <a:ext cx="9072563" cy="9445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270000"/>
            <a:ext cx="4452938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1798638"/>
            <a:ext cx="4452938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270000"/>
            <a:ext cx="4456113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1798638"/>
            <a:ext cx="4456113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609DF96-B462-49C7-A511-87A7324E00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93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0BDC652-2EB5-46A9-BC9E-B394BF8F814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87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195A235-8CDF-46D5-A4B4-57913ABE5AB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80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225425"/>
            <a:ext cx="3316288" cy="9604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225425"/>
            <a:ext cx="5635625" cy="48402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185863"/>
            <a:ext cx="3316288" cy="38798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951BEE2-6FB9-4FDA-A6AF-55D5AE6CE78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30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3968750"/>
            <a:ext cx="6048375" cy="469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506413"/>
            <a:ext cx="6048375" cy="34020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4438650"/>
            <a:ext cx="6048375" cy="665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B2C7023-B581-4BCF-9DCF-0D16A7C645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903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E459977-41A6-4A16-BA27-23FC0165433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7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89800" y="1439863"/>
            <a:ext cx="2249488" cy="33305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1439863"/>
            <a:ext cx="6597650" cy="33305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1E06D6-E20B-4F41-B3E1-A495EED6EB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665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1762125"/>
            <a:ext cx="8569325" cy="12144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3213100"/>
            <a:ext cx="7056437" cy="14493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8F43F5-D97D-4E89-A08C-571BD502FAA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45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014B6BC-FD81-40B1-8404-2508BB40783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52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3643313"/>
            <a:ext cx="8567738" cy="1127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2403475"/>
            <a:ext cx="8567738" cy="12398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D61A3DA-DC06-462E-ACD5-82717A6252E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03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439863"/>
            <a:ext cx="4422775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439863"/>
            <a:ext cx="4424363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7C54E40-6FAC-4276-AB88-589CC600B70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20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227013"/>
            <a:ext cx="9072563" cy="9445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270000"/>
            <a:ext cx="4452938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1798638"/>
            <a:ext cx="4452938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270000"/>
            <a:ext cx="4456113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1798638"/>
            <a:ext cx="4456113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18C1F2E-AB70-4217-889A-01CD61E1F90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12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BE906BF-1ED8-473A-8D96-6A1854DE7E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93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35A38B8-3A31-4678-A30A-CF77DF498F0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08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225425"/>
            <a:ext cx="3316288" cy="9604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225425"/>
            <a:ext cx="5635625" cy="48402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185863"/>
            <a:ext cx="3316288" cy="38798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A4B88B-A8D3-436E-A36E-38B29CEDEF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58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3968750"/>
            <a:ext cx="6048375" cy="469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506413"/>
            <a:ext cx="6048375" cy="34020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4438650"/>
            <a:ext cx="6048375" cy="665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1DA01F2-979E-4C23-89ED-EBAA2772FFB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30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2EDABA-D8A1-4FDF-A475-66C5184560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55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89800" y="269875"/>
            <a:ext cx="2249488" cy="4770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269875"/>
            <a:ext cx="6597650" cy="47704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B62A40-C18F-446C-B292-41FFDFFDE75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01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1762125"/>
            <a:ext cx="8569325" cy="12144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3213100"/>
            <a:ext cx="7056437" cy="14493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1FD5A70-F120-4B3C-A125-7603DB1626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82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5235AA0-110B-456C-A06B-566510C4033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31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3643313"/>
            <a:ext cx="8567738" cy="1127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2403475"/>
            <a:ext cx="8567738" cy="12398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252C0F8-7084-444E-A2B1-D0C6E1685F1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52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439863"/>
            <a:ext cx="4422775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439863"/>
            <a:ext cx="4424363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6A0E09C-0BED-49B9-9BA4-0C1FF5F057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67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227013"/>
            <a:ext cx="9072563" cy="9445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270000"/>
            <a:ext cx="4452938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1798638"/>
            <a:ext cx="4452938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270000"/>
            <a:ext cx="4456113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1798638"/>
            <a:ext cx="4456113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2BE5650-EDA5-4677-B0A3-36A115B4934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71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8BF17E8-C3A2-449F-AAE4-8043164667E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17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9F35F22-5BE8-48BE-AB61-BB5AA2A67C9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43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225425"/>
            <a:ext cx="3316288" cy="9604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225425"/>
            <a:ext cx="5635625" cy="48402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185863"/>
            <a:ext cx="3316288" cy="38798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240D0F8-D11E-4BFC-AB53-8A3CC332ECC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83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3968750"/>
            <a:ext cx="6048375" cy="469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506413"/>
            <a:ext cx="6048375" cy="34020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4438650"/>
            <a:ext cx="6048375" cy="665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8E02A36-482D-429E-A339-CBFB41A4BD7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38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3BCCE8A-BF54-4BAB-887A-58B02A6E74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71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89800" y="269875"/>
            <a:ext cx="2249488" cy="4770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269875"/>
            <a:ext cx="6597650" cy="47704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03CF3D-71D9-4E74-A657-03D03BAA53E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18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1762125"/>
            <a:ext cx="8569325" cy="12144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3213100"/>
            <a:ext cx="7056437" cy="14493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668B0FE-C8FC-4026-94DD-F339A7110E9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10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D8F6A4E-EF71-4C3D-84C7-F4C5721CC70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75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3643313"/>
            <a:ext cx="8567738" cy="1127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2403475"/>
            <a:ext cx="8567738" cy="12398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19E9889-7731-40CF-A04A-94DC06CD098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6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439863"/>
            <a:ext cx="4422775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439863"/>
            <a:ext cx="4424363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F5BF457-F8B9-4CA6-ABDA-7928D93287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8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227013"/>
            <a:ext cx="9072563" cy="9445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270000"/>
            <a:ext cx="4452938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1798638"/>
            <a:ext cx="4452938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270000"/>
            <a:ext cx="4456113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1798638"/>
            <a:ext cx="4456113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1911D92-0102-496E-A0B7-362BD00ED4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73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83B1BEB-6C19-420F-9C59-296E12314F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29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A32017-2EC4-471B-92EA-20AB553DF5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63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225425"/>
            <a:ext cx="3316288" cy="9604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225425"/>
            <a:ext cx="5635625" cy="48402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185863"/>
            <a:ext cx="3316288" cy="38798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2314A4-B596-4005-A084-F26CD9409E3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38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3968750"/>
            <a:ext cx="6048375" cy="469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506413"/>
            <a:ext cx="6048375" cy="34020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4438650"/>
            <a:ext cx="6048375" cy="665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0A55289-B7E2-4497-9347-8A3FEE45598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05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93F0E16-4DD2-4C30-860F-2AB4D21DEA3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69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89800" y="269875"/>
            <a:ext cx="2249488" cy="4770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269875"/>
            <a:ext cx="6597650" cy="47704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DAFEF9-7C91-4E59-99EB-53F701B2401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95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1762125"/>
            <a:ext cx="8569325" cy="12144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3213100"/>
            <a:ext cx="7056437" cy="14493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5CFD3C-64F0-4656-97CB-67A46C62031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24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2D45BD1-35B1-46F3-8913-C5B2E33D27C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39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3643313"/>
            <a:ext cx="8567738" cy="1127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2403475"/>
            <a:ext cx="8567738" cy="12398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E2C0326-1F6E-4AB1-BF13-A96C1BDED4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22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2609850"/>
            <a:ext cx="4422775" cy="2160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2609850"/>
            <a:ext cx="4424363" cy="2160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D7520C9-C506-4019-AABA-14745368A71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72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227013"/>
            <a:ext cx="9072563" cy="9445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270000"/>
            <a:ext cx="4452938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1798638"/>
            <a:ext cx="4452938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270000"/>
            <a:ext cx="4456113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1798638"/>
            <a:ext cx="4456113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F1A8807-9BF1-44A9-A86B-388D9F43BD6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37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809A36-473F-4E77-B111-D74E375E6CC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05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40D905A-87D8-40A2-BC70-4C45E277105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94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225425"/>
            <a:ext cx="3316288" cy="9604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225425"/>
            <a:ext cx="5635625" cy="48402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185863"/>
            <a:ext cx="3316288" cy="38798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A44E310-35EB-426F-BCA6-A9E05AE9D06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46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3968750"/>
            <a:ext cx="6048375" cy="469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506413"/>
            <a:ext cx="6048375" cy="34020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4438650"/>
            <a:ext cx="6048375" cy="665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1FE66B-E3E4-43FD-9D2C-F9FCAD0ACBC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46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05528E8-92A3-46A4-908E-07C175DE65E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9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89800" y="1439863"/>
            <a:ext cx="2249488" cy="33305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1439863"/>
            <a:ext cx="6597650" cy="33305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445298E-E9BC-4DDA-B40B-31389C6FDE0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07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0080000" cy="567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gradFill>
            <a:gsLst>
              <a:gs pos="0">
                <a:srgbClr val="000032"/>
              </a:gs>
              <a:gs pos="100000">
                <a:srgbClr val="F60063"/>
              </a:gs>
            </a:gsLst>
            <a:lin ang="5400000"/>
          </a:gra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FFFFFF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540000" y="1440000"/>
            <a:ext cx="9000000" cy="99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540000" y="2610000"/>
            <a:ext cx="9000000" cy="21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3pPr>
            <a:lvl4pPr marL="1728000" marR="0" lvl="3" indent="-216000">
              <a:spcBef>
                <a:spcPts val="0"/>
              </a:spcBef>
              <a:spcAft>
                <a:spcPts val="42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4pPr>
            <a:lvl5pPr marL="2160000" marR="0" lvl="4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5pPr>
            <a:lvl6pPr marL="2592000" marR="0" lvl="5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6pPr>
            <a:lvl7pPr marL="3024000" marR="0" lvl="6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7pPr>
            <a:lvl8pPr marL="3456000" marR="0" lvl="7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8pPr>
            <a:lvl9pPr marL="3887999" marR="0" lvl="8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2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rtl="0" hangingPunct="0">
              <a:buNone/>
              <a:tabLst/>
              <a:defRPr lang="en-US" sz="1400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3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algn="ctr" rtl="0" hangingPunct="0">
              <a:buNone/>
              <a:tabLst/>
              <a:defRPr lang="en-US" sz="1400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4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algn="r" rtl="0" hangingPunct="0">
              <a:buNone/>
              <a:tabLst/>
              <a:defRPr lang="en-US" sz="1400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DED0881D-564B-4C26-86C8-F5CE9BE58BAF}" type="slidenum">
              <a:t>‹#›</a:t>
            </a:fld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440000" y="1080000"/>
            <a:ext cx="1440000" cy="126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7380000" y="3960000"/>
            <a:ext cx="1440000" cy="126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9000000" y="2700000"/>
            <a:ext cx="1260000" cy="108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-180000" y="2430000"/>
            <a:ext cx="1440000" cy="135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540000" y="108000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0" y="126000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1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0" y="5220000"/>
            <a:ext cx="1620000" cy="126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15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9720000" y="468000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9540000" y="342000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1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8100000" y="4680000"/>
            <a:ext cx="1080000" cy="842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7920000" y="5400000"/>
            <a:ext cx="900000" cy="90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5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hangingPunct="0">
        <a:tabLst/>
        <a:defRPr lang="en-US" sz="3300" b="0" i="0" u="none" strike="noStrike" kern="1200" cap="none">
          <a:ln>
            <a:noFill/>
          </a:ln>
          <a:solidFill>
            <a:srgbClr val="FFFFFF"/>
          </a:solidFill>
        </a:defRPr>
      </a:lvl1pPr>
    </p:titleStyle>
    <p:bodyStyle>
      <a:lvl1pPr marL="0" marR="0" indent="0" hangingPunct="0">
        <a:spcBef>
          <a:spcPts val="0"/>
        </a:spcBef>
        <a:spcAft>
          <a:spcPts val="1057"/>
        </a:spcAft>
        <a:tabLst/>
        <a:defRPr lang="en-US" sz="2400" b="0" i="0" u="none" strike="noStrike" kern="1200" cap="none">
          <a:ln>
            <a:noFill/>
          </a:ln>
          <a:solidFill>
            <a:srgbClr val="FFFFFF"/>
          </a:solidFill>
        </a:defRPr>
      </a:lvl1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0080000" cy="567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gradFill>
            <a:gsLst>
              <a:gs pos="0">
                <a:srgbClr val="000032"/>
              </a:gs>
              <a:gs pos="100000">
                <a:srgbClr val="F60063"/>
              </a:gs>
            </a:gsLst>
            <a:lin ang="5400000"/>
          </a:gra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FFFFFF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Freeform 2"/>
          <p:cNvSpPr/>
          <p:nvPr/>
        </p:nvSpPr>
        <p:spPr>
          <a:xfrm flipH="1">
            <a:off x="0" y="0"/>
            <a:ext cx="10080000" cy="567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1440000" y="1080000"/>
            <a:ext cx="1440000" cy="126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7380000" y="3960000"/>
            <a:ext cx="1440000" cy="126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9000000" y="2700000"/>
            <a:ext cx="1260000" cy="108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-180000" y="2430000"/>
            <a:ext cx="1440000" cy="135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540000" y="108000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126000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1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0" y="5220000"/>
            <a:ext cx="1620000" cy="126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15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9720000" y="468000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9540000" y="342036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1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8100000" y="4680000"/>
            <a:ext cx="1080000" cy="842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7920000" y="5400000"/>
            <a:ext cx="900000" cy="90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1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5" name="Title Placeholder 14"/>
          <p:cNvSpPr txBox="1"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en-US"/>
          </a:p>
        </p:txBody>
      </p:sp>
      <p:sp>
        <p:nvSpPr>
          <p:cNvPr id="16" name="Text Placeholder 15"/>
          <p:cNvSpPr txBox="1">
            <a:spLocks noGrp="1"/>
          </p:cNvSpPr>
          <p:nvPr>
            <p:ph type="body" idx="1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lIns="0" tIns="0" rIns="0" bIns="0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</a:defRPr>
            </a:lvl3pPr>
            <a:lvl4pPr marL="1728000" marR="0" lvl="3" indent="-216000">
              <a:spcBef>
                <a:spcPts val="0"/>
              </a:spcBef>
              <a:spcAft>
                <a:spcPts val="425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</a:defRPr>
            </a:lvl4pPr>
            <a:lvl5pPr marL="2160000" marR="0" lvl="4" indent="-216000">
              <a:spcBef>
                <a:spcPts val="0"/>
              </a:spcBef>
              <a:spcAft>
                <a:spcPts val="213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</a:defRPr>
            </a:lvl5pPr>
            <a:lvl6pPr marL="2592000" marR="0" lvl="5" indent="-216000">
              <a:spcBef>
                <a:spcPts val="0"/>
              </a:spcBef>
              <a:spcAft>
                <a:spcPts val="213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</a:defRPr>
            </a:lvl6pPr>
            <a:lvl7pPr marL="3024000" marR="0" lvl="6" indent="-216000">
              <a:spcBef>
                <a:spcPts val="0"/>
              </a:spcBef>
              <a:spcAft>
                <a:spcPts val="213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</a:defRPr>
            </a:lvl7pPr>
            <a:lvl8pPr marL="3456000" marR="0" lvl="7" indent="-216000">
              <a:spcBef>
                <a:spcPts val="0"/>
              </a:spcBef>
              <a:spcAft>
                <a:spcPts val="213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</a:defRPr>
            </a:lvl8pPr>
            <a:lvl9pPr marL="3887999" marR="0" lvl="8" indent="-216000">
              <a:spcBef>
                <a:spcPts val="0"/>
              </a:spcBef>
              <a:spcAft>
                <a:spcPts val="213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7" name="Date Placeholder 16"/>
          <p:cNvSpPr txBox="1">
            <a:spLocks noGrp="1"/>
          </p:cNvSpPr>
          <p:nvPr>
            <p:ph type="dt" sz="half" idx="2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rtl="0" hangingPunct="0">
              <a:buNone/>
              <a:tabLst/>
              <a:defRPr lang="en-US" sz="1400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Footer Placeholder 17"/>
          <p:cNvSpPr txBox="1">
            <a:spLocks noGrp="1"/>
          </p:cNvSpPr>
          <p:nvPr>
            <p:ph type="ftr" sz="quarter" idx="3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algn="ctr" rtl="0" hangingPunct="0">
              <a:buNone/>
              <a:tabLst/>
              <a:defRPr lang="en-US" sz="1400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Slide Number Placeholder 18"/>
          <p:cNvSpPr txBox="1">
            <a:spLocks noGrp="1"/>
          </p:cNvSpPr>
          <p:nvPr>
            <p:ph type="sldNum" sz="quarter" idx="4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algn="r" rtl="0" hangingPunct="0">
              <a:buNone/>
              <a:tabLst/>
              <a:defRPr lang="en-US" sz="1400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0408F43F-B9A1-4084-845D-730A03842283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hangingPunct="0">
        <a:tabLst/>
        <a:defRPr lang="en-US" sz="3300" b="0" i="0" u="none" strike="noStrike" kern="1200" cap="none">
          <a:ln>
            <a:noFill/>
          </a:ln>
          <a:solidFill>
            <a:srgbClr val="FFFFFF"/>
          </a:solidFill>
        </a:defRPr>
      </a:lvl1pPr>
    </p:titleStyle>
    <p:bodyStyle>
      <a:lvl1pPr marL="0" marR="0" indent="0" hangingPunct="0">
        <a:spcBef>
          <a:spcPts val="0"/>
        </a:spcBef>
        <a:spcAft>
          <a:spcPts val="1057"/>
        </a:spcAft>
        <a:tabLst/>
        <a:defRPr lang="en-US" sz="2400" b="0" i="0" u="none" strike="noStrike" kern="1200" cap="none">
          <a:ln>
            <a:noFill/>
          </a:ln>
        </a:defRPr>
      </a:lvl1pPr>
    </p:bodyStyle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0080000" cy="567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gradFill>
            <a:gsLst>
              <a:gs pos="0">
                <a:srgbClr val="000032"/>
              </a:gs>
              <a:gs pos="100000">
                <a:srgbClr val="F60063"/>
              </a:gs>
            </a:gsLst>
            <a:lin ang="5400000"/>
          </a:gra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FFFFFF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Freeform 2"/>
          <p:cNvSpPr/>
          <p:nvPr/>
        </p:nvSpPr>
        <p:spPr>
          <a:xfrm flipH="1">
            <a:off x="0" y="0"/>
            <a:ext cx="10080000" cy="567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0" y="1260000"/>
            <a:ext cx="10080000" cy="441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1440000" y="1080000"/>
            <a:ext cx="1440000" cy="126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540000" y="108000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7" name="Title Placeholder 6"/>
          <p:cNvSpPr txBox="1"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en-US"/>
          </a:p>
        </p:txBody>
      </p:sp>
      <p:sp>
        <p:nvSpPr>
          <p:cNvPr id="8" name="Text Placeholder 7"/>
          <p:cNvSpPr txBox="1">
            <a:spLocks noGrp="1"/>
          </p:cNvSpPr>
          <p:nvPr>
            <p:ph type="body" idx="1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marR="0" lvl="0" indent="-324000">
              <a:spcBef>
                <a:spcPts val="0"/>
              </a:spcBef>
              <a:spcAft>
                <a:spcPts val="106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</a:defRPr>
            </a:defPPr>
            <a:lvl1pPr marL="432000" marR="0" lvl="0" indent="-324000">
              <a:spcBef>
                <a:spcPts val="0"/>
              </a:spcBef>
              <a:spcAft>
                <a:spcPts val="106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</a:defRPr>
            </a:lvl1pPr>
            <a:lvl2pPr marL="864000" marR="0" lvl="1" indent="-324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</a:defRPr>
            </a:lvl2pPr>
            <a:lvl3pPr marL="1295999" marR="0" lvl="2" indent="-288000">
              <a:spcBef>
                <a:spcPts val="0"/>
              </a:spcBef>
              <a:spcAft>
                <a:spcPts val="635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</a:defRPr>
            </a:lvl3pPr>
            <a:lvl4pPr marL="1728000" marR="0" lvl="3" indent="-216000">
              <a:spcBef>
                <a:spcPts val="0"/>
              </a:spcBef>
              <a:spcAft>
                <a:spcPts val="425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</a:defRPr>
            </a:lvl4pPr>
            <a:lvl5pPr marL="2160000" marR="0" lvl="4" indent="-216000">
              <a:spcBef>
                <a:spcPts val="0"/>
              </a:spcBef>
              <a:spcAft>
                <a:spcPts val="213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</a:defRPr>
            </a:lvl5pPr>
            <a:lvl6pPr marL="2592000" marR="0" lvl="5" indent="-216000">
              <a:spcBef>
                <a:spcPts val="0"/>
              </a:spcBef>
              <a:spcAft>
                <a:spcPts val="213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</a:defRPr>
            </a:lvl6pPr>
            <a:lvl7pPr marL="3024000" marR="0" lvl="6" indent="-216000">
              <a:spcBef>
                <a:spcPts val="0"/>
              </a:spcBef>
              <a:spcAft>
                <a:spcPts val="213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</a:defRPr>
            </a:lvl7pPr>
            <a:lvl8pPr marL="3456000" marR="0" lvl="7" indent="-216000">
              <a:spcBef>
                <a:spcPts val="0"/>
              </a:spcBef>
              <a:spcAft>
                <a:spcPts val="213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</a:defRPr>
            </a:lvl8pPr>
            <a:lvl9pPr marL="3887999" marR="0" lvl="8" indent="-216000">
              <a:spcBef>
                <a:spcPts val="0"/>
              </a:spcBef>
              <a:spcAft>
                <a:spcPts val="213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Date Placeholder 8"/>
          <p:cNvSpPr txBox="1">
            <a:spLocks noGrp="1"/>
          </p:cNvSpPr>
          <p:nvPr>
            <p:ph type="dt" sz="half" idx="2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rtl="0" hangingPunct="0">
              <a:buNone/>
              <a:tabLst/>
              <a:defRPr lang="en-US" sz="14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Footer Placeholder 9"/>
          <p:cNvSpPr txBox="1">
            <a:spLocks noGrp="1"/>
          </p:cNvSpPr>
          <p:nvPr>
            <p:ph type="ftr" sz="quarter" idx="3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algn="ctr" rtl="0" hangingPunct="0">
              <a:buNone/>
              <a:tabLst/>
              <a:defRPr lang="en-US" sz="14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Slide Number Placeholder 10"/>
          <p:cNvSpPr txBox="1">
            <a:spLocks noGrp="1"/>
          </p:cNvSpPr>
          <p:nvPr>
            <p:ph type="sldNum" sz="quarter" idx="4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algn="r" rtl="0" hangingPunct="0">
              <a:buNone/>
              <a:tabLst/>
              <a:defRPr lang="en-US" sz="14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1F4DCDCB-F2C3-443C-AF44-AA99690608E3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hangingPunct="0">
        <a:tabLst/>
        <a:defRPr lang="en-US" sz="3300" b="0" i="0" u="none" strike="noStrike" kern="1200" cap="none">
          <a:ln>
            <a:noFill/>
          </a:ln>
          <a:solidFill>
            <a:srgbClr val="FFFFFF"/>
          </a:solidFill>
        </a:defRPr>
      </a:lvl1pPr>
    </p:titleStyle>
    <p:bodyStyle>
      <a:lvl1pPr marL="0" marR="0" indent="0" hangingPunct="0">
        <a:spcBef>
          <a:spcPts val="0"/>
        </a:spcBef>
        <a:spcAft>
          <a:spcPts val="1060"/>
        </a:spcAft>
        <a:tabLst/>
        <a:defRPr lang="en-US" sz="2400" b="0" i="0" u="none" strike="noStrike" kern="1200" cap="none">
          <a:ln>
            <a:noFill/>
          </a:ln>
        </a:defRPr>
      </a:lvl1pPr>
    </p:bodyStyle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0080000" cy="567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gradFill>
            <a:gsLst>
              <a:gs pos="0">
                <a:srgbClr val="000032"/>
              </a:gs>
              <a:gs pos="100000">
                <a:srgbClr val="F60063"/>
              </a:gs>
            </a:gsLst>
            <a:lin ang="5400000"/>
          </a:gra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FFFFFF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Freeform 2"/>
          <p:cNvSpPr/>
          <p:nvPr/>
        </p:nvSpPr>
        <p:spPr>
          <a:xfrm flipH="1">
            <a:off x="0" y="0"/>
            <a:ext cx="10080000" cy="567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1440000" y="1080000"/>
            <a:ext cx="1440000" cy="126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7380000" y="3960000"/>
            <a:ext cx="1440000" cy="126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9000000" y="2700000"/>
            <a:ext cx="1260000" cy="108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-180000" y="2430000"/>
            <a:ext cx="1440000" cy="135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540000" y="108000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126000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1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0" y="5220000"/>
            <a:ext cx="1620000" cy="126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15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9720000" y="468000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9540000" y="342036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1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8100000" y="4680000"/>
            <a:ext cx="1080000" cy="842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7920000" y="5400000"/>
            <a:ext cx="900000" cy="90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1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5" name="Title Placeholder 14"/>
          <p:cNvSpPr txBox="1"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en-US"/>
          </a:p>
        </p:txBody>
      </p:sp>
      <p:sp>
        <p:nvSpPr>
          <p:cNvPr id="16" name="Text Placeholder 15"/>
          <p:cNvSpPr txBox="1">
            <a:spLocks noGrp="1"/>
          </p:cNvSpPr>
          <p:nvPr>
            <p:ph type="body" idx="1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lIns="0" tIns="0" rIns="0" bIns="0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</a:defRPr>
            </a:lvl3pPr>
            <a:lvl4pPr marL="1728000" marR="0" lvl="3" indent="-216000">
              <a:spcBef>
                <a:spcPts val="0"/>
              </a:spcBef>
              <a:spcAft>
                <a:spcPts val="425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</a:defRPr>
            </a:lvl4pPr>
            <a:lvl5pPr marL="2160000" marR="0" lvl="4" indent="-216000">
              <a:spcBef>
                <a:spcPts val="0"/>
              </a:spcBef>
              <a:spcAft>
                <a:spcPts val="213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</a:defRPr>
            </a:lvl5pPr>
            <a:lvl6pPr marL="2592000" marR="0" lvl="5" indent="-216000">
              <a:spcBef>
                <a:spcPts val="0"/>
              </a:spcBef>
              <a:spcAft>
                <a:spcPts val="213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</a:defRPr>
            </a:lvl6pPr>
            <a:lvl7pPr marL="3024000" marR="0" lvl="6" indent="-216000">
              <a:spcBef>
                <a:spcPts val="0"/>
              </a:spcBef>
              <a:spcAft>
                <a:spcPts val="213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</a:defRPr>
            </a:lvl7pPr>
            <a:lvl8pPr marL="3456000" marR="0" lvl="7" indent="-216000">
              <a:spcBef>
                <a:spcPts val="0"/>
              </a:spcBef>
              <a:spcAft>
                <a:spcPts val="213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</a:defRPr>
            </a:lvl8pPr>
            <a:lvl9pPr marL="3887999" marR="0" lvl="8" indent="-216000">
              <a:spcBef>
                <a:spcPts val="0"/>
              </a:spcBef>
              <a:spcAft>
                <a:spcPts val="213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7" name="Date Placeholder 16"/>
          <p:cNvSpPr txBox="1">
            <a:spLocks noGrp="1"/>
          </p:cNvSpPr>
          <p:nvPr>
            <p:ph type="dt" sz="half" idx="2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rtl="0" hangingPunct="0">
              <a:buNone/>
              <a:tabLst/>
              <a:defRPr lang="en-US" sz="1400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Footer Placeholder 17"/>
          <p:cNvSpPr txBox="1">
            <a:spLocks noGrp="1"/>
          </p:cNvSpPr>
          <p:nvPr>
            <p:ph type="ftr" sz="quarter" idx="3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algn="ctr" rtl="0" hangingPunct="0">
              <a:buNone/>
              <a:tabLst/>
              <a:defRPr lang="en-US" sz="1400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Slide Number Placeholder 18"/>
          <p:cNvSpPr txBox="1">
            <a:spLocks noGrp="1"/>
          </p:cNvSpPr>
          <p:nvPr>
            <p:ph type="sldNum" sz="quarter" idx="4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algn="r" rtl="0" hangingPunct="0">
              <a:buNone/>
              <a:tabLst/>
              <a:defRPr lang="en-US" sz="1400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3459AE41-51FE-4105-B32B-43964A9CFF5F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hangingPunct="0">
        <a:tabLst/>
        <a:defRPr lang="en-US" sz="3300" b="0" i="0" u="none" strike="noStrike" kern="1200" cap="none">
          <a:ln>
            <a:noFill/>
          </a:ln>
          <a:solidFill>
            <a:srgbClr val="FFFFFF"/>
          </a:solidFill>
        </a:defRPr>
      </a:lvl1pPr>
    </p:titleStyle>
    <p:bodyStyle>
      <a:lvl1pPr marL="0" marR="0" indent="0" hangingPunct="0">
        <a:spcBef>
          <a:spcPts val="0"/>
        </a:spcBef>
        <a:spcAft>
          <a:spcPts val="1057"/>
        </a:spcAft>
        <a:tabLst/>
        <a:defRPr lang="en-US" sz="2400" b="0" i="0" u="none" strike="noStrike" kern="1200" cap="none">
          <a:ln>
            <a:noFill/>
          </a:ln>
        </a:defRPr>
      </a:lvl1pPr>
    </p:bodyStyle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0080000" cy="567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gradFill>
            <a:gsLst>
              <a:gs pos="0">
                <a:srgbClr val="000032"/>
              </a:gs>
              <a:gs pos="100000">
                <a:srgbClr val="F60063"/>
              </a:gs>
            </a:gsLst>
            <a:lin ang="5400000"/>
          </a:gra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FFFFFF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540000" y="1440000"/>
            <a:ext cx="9000000" cy="99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540000" y="2610000"/>
            <a:ext cx="9000000" cy="21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3pPr>
            <a:lvl4pPr marL="1728000" marR="0" lvl="3" indent="-216000">
              <a:spcBef>
                <a:spcPts val="0"/>
              </a:spcBef>
              <a:spcAft>
                <a:spcPts val="42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4pPr>
            <a:lvl5pPr marL="2160000" marR="0" lvl="4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5pPr>
            <a:lvl6pPr marL="2592000" marR="0" lvl="5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6pPr>
            <a:lvl7pPr marL="3024000" marR="0" lvl="6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7pPr>
            <a:lvl8pPr marL="3456000" marR="0" lvl="7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8pPr>
            <a:lvl9pPr marL="3887999" marR="0" lvl="8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2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rtl="0" hangingPunct="0">
              <a:buNone/>
              <a:tabLst/>
              <a:defRPr lang="en-US" sz="1400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3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algn="ctr" rtl="0" hangingPunct="0">
              <a:buNone/>
              <a:tabLst/>
              <a:defRPr lang="en-US" sz="1400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4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algn="r" rtl="0" hangingPunct="0">
              <a:buNone/>
              <a:tabLst/>
              <a:defRPr lang="en-US" sz="1400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67443D43-8BAE-4F53-AB2B-975C0ACF3128}" type="slidenum">
              <a:t>‹#›</a:t>
            </a:fld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440000" y="1080000"/>
            <a:ext cx="1440000" cy="126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7380000" y="3960000"/>
            <a:ext cx="1440000" cy="126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9000000" y="2700000"/>
            <a:ext cx="1260000" cy="108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-180000" y="2430000"/>
            <a:ext cx="1440000" cy="135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540000" y="108000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0" y="126000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1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0" y="5220000"/>
            <a:ext cx="1620000" cy="126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15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9720000" y="468000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9540000" y="3420000"/>
            <a:ext cx="720000" cy="72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1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8100000" y="4680000"/>
            <a:ext cx="1080000" cy="842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7920000" y="5400000"/>
            <a:ext cx="900000" cy="90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FFFF">
              <a:alpha val="25000"/>
            </a:srgbClr>
          </a:solidFill>
          <a:ln>
            <a:noFill/>
            <a:prstDash val="solid"/>
          </a:ln>
        </p:spPr>
        <p:txBody>
          <a:bodyPr wrap="none" lIns="0" tIns="0" rIns="0" bIns="0" compatLnSpc="0"/>
          <a:lstStyle/>
          <a:p>
            <a:pPr lvl="0" hangingPunct="0">
              <a:buNone/>
              <a:tabLst/>
            </a:pPr>
            <a:endParaRPr lang="en-US" sz="1400" b="1">
              <a:solidFill>
                <a:srgbClr val="000000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hangingPunct="0">
        <a:tabLst/>
        <a:defRPr lang="en-US" sz="3300" b="0" i="0" u="none" strike="noStrike" kern="1200" cap="none">
          <a:ln>
            <a:noFill/>
          </a:ln>
          <a:solidFill>
            <a:srgbClr val="FFFFFF"/>
          </a:solidFill>
        </a:defRPr>
      </a:lvl1pPr>
    </p:titleStyle>
    <p:bodyStyle>
      <a:lvl1pPr marL="0" marR="0" indent="0" hangingPunct="0">
        <a:spcBef>
          <a:spcPts val="0"/>
        </a:spcBef>
        <a:spcAft>
          <a:spcPts val="1057"/>
        </a:spcAft>
        <a:tabLst/>
        <a:defRPr lang="en-US" sz="2400" b="0" i="0" u="none" strike="noStrike" kern="1200" cap="none">
          <a:ln>
            <a:noFill/>
          </a:ln>
          <a:solidFill>
            <a:srgbClr val="FFFFFF"/>
          </a:solidFill>
        </a:defRPr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03999" y="1348560"/>
            <a:ext cx="9071640" cy="1107000"/>
          </a:xfrm>
          <a:ln>
            <a:solidFill>
              <a:schemeClr val="accent1"/>
            </a:solidFill>
          </a:ln>
        </p:spPr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rtl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600" b="1" i="1" dirty="0">
                <a:latin typeface="Liberation Sans" pitchFamily="34"/>
                <a:cs typeface="Noto Sans" pitchFamily="34"/>
              </a:rPr>
              <a:t>Deploying a </a:t>
            </a:r>
            <a:r>
              <a:rPr lang="en-US" sz="26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Two-Tier Web Architecture </a:t>
            </a:r>
            <a:r>
              <a:rPr lang="en-US" sz="2600" b="1" i="1" dirty="0">
                <a:latin typeface="Liberation Sans" pitchFamily="34"/>
                <a:cs typeface="Noto Sans" pitchFamily="34"/>
              </a:rPr>
              <a:t>on AWS </a:t>
            </a:r>
            <a:br>
              <a:rPr lang="en-US" sz="2600" b="1" i="1" dirty="0">
                <a:latin typeface="Liberation Sans" pitchFamily="34"/>
                <a:cs typeface="Noto Sans" pitchFamily="34"/>
              </a:rPr>
            </a:br>
            <a:r>
              <a:rPr lang="en-US" sz="2600" b="1" i="1" dirty="0">
                <a:latin typeface="Liberation Sans" pitchFamily="34"/>
                <a:cs typeface="Noto Sans" pitchFamily="34"/>
              </a:rPr>
              <a:t/>
            </a:r>
            <a:br>
              <a:rPr lang="en-US" sz="2600" b="1" i="1" dirty="0">
                <a:latin typeface="Liberation Sans" pitchFamily="34"/>
                <a:cs typeface="Noto Sans" pitchFamily="34"/>
              </a:rPr>
            </a:br>
            <a:r>
              <a:rPr lang="en-US" sz="2600" b="1" i="1" dirty="0">
                <a:solidFill>
                  <a:srgbClr val="00B0F0"/>
                </a:solidFill>
                <a:latin typeface="Liberation Sans" pitchFamily="34"/>
                <a:cs typeface="Noto Sans" pitchFamily="34"/>
              </a:rPr>
              <a:t>Subtitle-</a:t>
            </a:r>
            <a:r>
              <a:rPr lang="en-US" sz="2600" b="1" i="1" dirty="0">
                <a:latin typeface="Liberation Sans" pitchFamily="34"/>
                <a:cs typeface="Noto Sans" pitchFamily="34"/>
              </a:rPr>
              <a:t> Using EC2, RDS, VPC, and Joomla Database</a:t>
            </a:r>
          </a:p>
        </p:txBody>
      </p:sp>
      <p:sp>
        <p:nvSpPr>
          <p:cNvPr id="3" name="Subtitle 2">
            <a:hlinkClick r:id="" action="ppaction://hlinkshowjump?jump=nextslide"/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2592000"/>
            <a:ext cx="9071640" cy="2022840"/>
          </a:xfrm>
        </p:spPr>
        <p:txBody>
          <a:bodyPr vert="horz" anchor="t" anchorCtr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lvl="0" indent="0" algn="l" rtl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600" i="1" dirty="0">
                <a:latin typeface="Liberation Sans" pitchFamily="34"/>
                <a:cs typeface="Noto Sans" pitchFamily="34"/>
              </a:rPr>
              <a:t>Prepared by- Akshy Kumar Sahu</a:t>
            </a:r>
          </a:p>
          <a:p>
            <a:pPr marL="0" lvl="0" indent="0" algn="l" rtl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600" i="1" dirty="0">
                <a:latin typeface="Liberation Sans" pitchFamily="34"/>
                <a:cs typeface="Noto Sans" pitchFamily="34"/>
              </a:rPr>
              <a:t>Date: </a:t>
            </a:r>
            <a:r>
              <a:rPr lang="en-US" sz="2600" i="1" dirty="0" smtClean="0">
                <a:latin typeface="Liberation Sans" pitchFamily="34"/>
                <a:cs typeface="Noto Sans" pitchFamily="34"/>
              </a:rPr>
              <a:t>01 </a:t>
            </a:r>
            <a:r>
              <a:rPr lang="en-US" sz="2800" i="1" dirty="0">
                <a:solidFill>
                  <a:srgbClr val="0070C0"/>
                </a:solidFill>
              </a:rPr>
              <a:t>January</a:t>
            </a:r>
            <a:r>
              <a:rPr lang="en-US" sz="2600" i="1" dirty="0" smtClean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 </a:t>
            </a:r>
            <a:r>
              <a:rPr lang="en-US" sz="2600" i="1" dirty="0" smtClean="0">
                <a:solidFill>
                  <a:schemeClr val="bg1"/>
                </a:solidFill>
                <a:latin typeface="Liberation Sans" pitchFamily="34"/>
                <a:cs typeface="Noto Sans" pitchFamily="34"/>
              </a:rPr>
              <a:t>2026</a:t>
            </a:r>
            <a:endParaRPr lang="en-US" sz="2600" i="1" dirty="0">
              <a:solidFill>
                <a:schemeClr val="bg1"/>
              </a:solidFill>
              <a:latin typeface="Liberation Sans" pitchFamily="34"/>
              <a:cs typeface="Noto Sans" pitchFamily="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57200" y="457200"/>
            <a:ext cx="9000000" cy="990000"/>
          </a:xfrm>
        </p:spPr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algn="ctr" rtl="0">
              <a:buNone/>
            </a:pPr>
            <a:r>
              <a:rPr lang="en-US" sz="4000" b="1" i="1" dirty="0">
                <a:solidFill>
                  <a:schemeClr val="bg1"/>
                </a:solidFill>
                <a:effectLst>
                  <a:outerShdw dist="17961" dir="2700000">
                    <a:scrgbClr r="0" g="0" b="0"/>
                  </a:outerShdw>
                </a:effectLst>
                <a:latin typeface="Liberation Sans" pitchFamily="34"/>
                <a:cs typeface="Noto Sans" pitchFamily="34"/>
              </a:rPr>
              <a:t>Introduction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5151600" y="2057400"/>
            <a:ext cx="4391640" cy="2160000"/>
          </a:xfrm>
        </p:spPr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3pPr>
            <a:lvl4pPr marL="1728000" marR="0" lvl="3" indent="-216000">
              <a:spcBef>
                <a:spcPts val="0"/>
              </a:spcBef>
              <a:spcAft>
                <a:spcPts val="42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4pPr>
            <a:lvl5pPr marL="2160000" marR="0" lvl="4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5pPr>
            <a:lvl6pPr marL="2592000" marR="0" lvl="5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6pPr>
            <a:lvl7pPr marL="3024000" marR="0" lvl="6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7pPr>
            <a:lvl8pPr marL="3456000" marR="0" lvl="7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8pPr>
            <a:lvl9pPr marL="3887999" marR="0" lvl="8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9pPr>
          </a:lstStyle>
          <a:p>
            <a:pPr marL="0" indent="0" rtl="0"/>
            <a:endParaRPr 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706640" y="1600200"/>
            <a:ext cx="5123159" cy="33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4"/>
          <p:cNvSpPr txBox="1">
            <a:spLocks noGrp="1"/>
          </p:cNvSpPr>
          <p:nvPr>
            <p:ph type="body" idx="4294967295"/>
          </p:nvPr>
        </p:nvSpPr>
        <p:spPr>
          <a:xfrm>
            <a:off x="457200" y="1600200"/>
            <a:ext cx="3803400" cy="3551400"/>
          </a:xfrm>
        </p:spPr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3pPr>
            <a:lvl4pPr marL="1728000" marR="0" lvl="3" indent="-216000">
              <a:spcBef>
                <a:spcPts val="0"/>
              </a:spcBef>
              <a:spcAft>
                <a:spcPts val="42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4pPr>
            <a:lvl5pPr marL="2160000" marR="0" lvl="4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5pPr>
            <a:lvl6pPr marL="2592000" marR="0" lvl="5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6pPr>
            <a:lvl7pPr marL="3024000" marR="0" lvl="6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7pPr>
            <a:lvl8pPr marL="3456000" marR="0" lvl="7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8pPr>
            <a:lvl9pPr marL="3887999" marR="0" lvl="8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9pPr>
          </a:lstStyle>
          <a:p>
            <a:pPr lvl="0" rtl="0">
              <a:spcBef>
                <a:spcPts val="1191"/>
              </a:spcBef>
              <a:spcAft>
                <a:spcPts val="992"/>
              </a:spcAft>
              <a:buNone/>
            </a:pPr>
            <a:endParaRPr lang="en-US">
              <a:latin typeface="Liberation Sans" pitchFamily="34"/>
              <a:cs typeface="Noto Sans" pitchFamily="34"/>
            </a:endParaRPr>
          </a:p>
          <a:p>
            <a:pPr lvl="0" rtl="0">
              <a:spcBef>
                <a:spcPts val="1191"/>
              </a:spcBef>
              <a:spcAft>
                <a:spcPts val="992"/>
              </a:spcAft>
              <a:buNone/>
            </a:pPr>
            <a:endParaRPr lang="en-US">
              <a:latin typeface="Liberation Sans" pitchFamily="34"/>
              <a:cs typeface="Noto Sans" pitchFamily="34"/>
            </a:endParaRPr>
          </a:p>
        </p:txBody>
      </p:sp>
      <p:sp>
        <p:nvSpPr>
          <p:cNvPr id="6" name="Text Placeholder 5"/>
          <p:cNvSpPr txBox="1">
            <a:spLocks noGrp="1"/>
          </p:cNvSpPr>
          <p:nvPr>
            <p:ph type="body" idx="4294967295"/>
          </p:nvPr>
        </p:nvSpPr>
        <p:spPr>
          <a:xfrm>
            <a:off x="180360" y="1828800"/>
            <a:ext cx="4391640" cy="3657600"/>
          </a:xfrm>
        </p:spPr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3pPr>
            <a:lvl4pPr marL="1728000" marR="0" lvl="3" indent="-216000">
              <a:spcBef>
                <a:spcPts val="0"/>
              </a:spcBef>
              <a:spcAft>
                <a:spcPts val="42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4pPr>
            <a:lvl5pPr marL="2160000" marR="0" lvl="4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5pPr>
            <a:lvl6pPr marL="2592000" marR="0" lvl="5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6pPr>
            <a:lvl7pPr marL="3024000" marR="0" lvl="6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7pPr>
            <a:lvl8pPr marL="3456000" marR="0" lvl="7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8pPr>
            <a:lvl9pPr marL="3887999" marR="0" lvl="8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9pPr>
          </a:lstStyle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Cloud Computing enables scalable and reliable web application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A two tire architecture separates: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 </a:t>
            </a:r>
            <a:r>
              <a:rPr lang="en-US" sz="18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- Application layer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 - </a:t>
            </a:r>
            <a:r>
              <a:rPr lang="en-US" sz="18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Database</a:t>
            </a:r>
            <a:r>
              <a:rPr lang="en-US" sz="1800" b="1" i="1" dirty="0">
                <a:latin typeface="Liberation Sans" pitchFamily="34"/>
                <a:cs typeface="Noto Sans" pitchFamily="34"/>
              </a:rPr>
              <a:t> </a:t>
            </a:r>
            <a:r>
              <a:rPr lang="en-US" sz="18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layer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This project focuses </a:t>
            </a:r>
            <a:r>
              <a:rPr lang="en-US" sz="18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on deploying a joomla-based web application </a:t>
            </a:r>
            <a:r>
              <a:rPr lang="en-US" sz="1800" b="1" i="1" dirty="0">
                <a:latin typeface="Liberation Sans" pitchFamily="34"/>
                <a:cs typeface="Noto Sans" pitchFamily="34"/>
              </a:rPr>
              <a:t>using </a:t>
            </a:r>
            <a:r>
              <a:rPr lang="en-US" sz="1800" b="1" i="1" dirty="0" err="1">
                <a:latin typeface="Liberation Sans" pitchFamily="34"/>
                <a:cs typeface="Noto Sans" pitchFamily="34"/>
              </a:rPr>
              <a:t>aws</a:t>
            </a:r>
            <a:r>
              <a:rPr lang="en-US" sz="1800" b="1" i="1" dirty="0">
                <a:latin typeface="Liberation Sans" pitchFamily="34"/>
                <a:cs typeface="Noto Sans" pitchFamily="34"/>
              </a:rPr>
              <a:t> services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40000" y="639360"/>
            <a:ext cx="9000000" cy="1189440"/>
          </a:xfrm>
        </p:spPr>
        <p:txBody>
          <a:bodyPr vert="horz" anchorCtr="1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algn="ctr" rtl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800" b="1" i="1" dirty="0">
                <a:latin typeface="Liberation Sans" pitchFamily="34"/>
                <a:cs typeface="Noto Sans" pitchFamily="34"/>
              </a:rPr>
              <a:t>AWS Services Involved/ </a:t>
            </a:r>
            <a:r>
              <a:rPr lang="en-US" sz="28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High-Level</a:t>
            </a:r>
            <a:r>
              <a:rPr lang="en-US" sz="2800" b="1" i="1" dirty="0">
                <a:latin typeface="Liberation Sans" pitchFamily="34"/>
                <a:cs typeface="Noto Sans" pitchFamily="34"/>
              </a:rPr>
              <a:t> Architecture </a:t>
            </a:r>
            <a:br>
              <a:rPr lang="en-US" sz="2800" b="1" i="1" dirty="0">
                <a:latin typeface="Liberation Sans" pitchFamily="34"/>
                <a:cs typeface="Noto Sans" pitchFamily="34"/>
              </a:rPr>
            </a:br>
            <a:r>
              <a:rPr lang="en-US" sz="2800" b="1" i="1" dirty="0">
                <a:latin typeface="Liberation Sans" pitchFamily="34"/>
                <a:cs typeface="Noto Sans" pitchFamily="34"/>
              </a:rPr>
              <a:t>   </a:t>
            </a:r>
            <a:br>
              <a:rPr lang="en-US" sz="2800" b="1" i="1" dirty="0">
                <a:latin typeface="Liberation Sans" pitchFamily="34"/>
                <a:cs typeface="Noto Sans" pitchFamily="34"/>
              </a:rPr>
            </a:br>
            <a:endParaRPr lang="en-US" sz="2800" b="1" i="1" dirty="0">
              <a:latin typeface="Liberation Sans" pitchFamily="34"/>
              <a:cs typeface="Noto Sans" pitchFamily="34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540000" y="1600200"/>
            <a:ext cx="9000000" cy="3988800"/>
          </a:xfrm>
        </p:spPr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3pPr>
            <a:lvl4pPr marL="1728000" marR="0" lvl="3" indent="-216000">
              <a:spcBef>
                <a:spcPts val="0"/>
              </a:spcBef>
              <a:spcAft>
                <a:spcPts val="42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4pPr>
            <a:lvl5pPr marL="2160000" marR="0" lvl="4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5pPr>
            <a:lvl6pPr marL="2592000" marR="0" lvl="5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6pPr>
            <a:lvl7pPr marL="3024000" marR="0" lvl="6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7pPr>
            <a:lvl8pPr marL="3456000" marR="0" lvl="7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8pPr>
            <a:lvl9pPr marL="3887999" marR="0" lvl="8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9pPr>
          </a:lstStyle>
          <a:p>
            <a:pPr lvl="0" rtl="0"/>
            <a:r>
              <a:rPr lang="en-US" sz="2200" b="1" i="1" dirty="0" smtClean="0">
                <a:latin typeface="Liberation Sans" pitchFamily="34"/>
                <a:cs typeface="Noto Sans" pitchFamily="34"/>
              </a:rPr>
              <a:t>Amazon </a:t>
            </a:r>
            <a:r>
              <a:rPr lang="en-US" sz="2200" b="1" i="1" dirty="0">
                <a:latin typeface="Liberation Sans" pitchFamily="34"/>
                <a:cs typeface="Noto Sans" pitchFamily="34"/>
              </a:rPr>
              <a:t>vpc- </a:t>
            </a:r>
            <a:r>
              <a:rPr lang="en-US" sz="2200" b="1" i="1" dirty="0" smtClean="0">
                <a:latin typeface="Liberation Sans" pitchFamily="34"/>
                <a:cs typeface="Noto Sans" pitchFamily="34"/>
              </a:rPr>
              <a:t>Custom </a:t>
            </a:r>
            <a:r>
              <a:rPr lang="en-US" sz="2200" b="1" i="1" dirty="0">
                <a:latin typeface="Liberation Sans" pitchFamily="34"/>
                <a:cs typeface="Noto Sans" pitchFamily="34"/>
              </a:rPr>
              <a:t>network isolation &amp; segmentation</a:t>
            </a:r>
          </a:p>
          <a:p>
            <a:pPr lvl="0" rtl="0"/>
            <a:r>
              <a:rPr lang="en-US" sz="2200" b="1" i="1" dirty="0">
                <a:latin typeface="Liberation Sans" pitchFamily="34"/>
                <a:cs typeface="Noto Sans" pitchFamily="34"/>
              </a:rPr>
              <a:t>Subnet </a:t>
            </a:r>
            <a:r>
              <a:rPr lang="en-US" sz="22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(Public &amp; Private):</a:t>
            </a:r>
            <a:r>
              <a:rPr lang="en-US" sz="2200" b="1" i="1" dirty="0">
                <a:latin typeface="Liberation Sans" pitchFamily="34"/>
                <a:cs typeface="Noto Sans" pitchFamily="34"/>
              </a:rPr>
              <a:t>  Enhanced security and traffic control</a:t>
            </a:r>
          </a:p>
          <a:p>
            <a:pPr lvl="0" rtl="0"/>
            <a:r>
              <a:rPr lang="en-US" sz="2200" b="1" i="1" dirty="0">
                <a:latin typeface="Liberation Sans" pitchFamily="34"/>
                <a:cs typeface="Noto Sans" pitchFamily="34"/>
              </a:rPr>
              <a:t>Amazon EC2 (Amazon Linux): Hosting </a:t>
            </a:r>
            <a:r>
              <a:rPr lang="en-US" sz="22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Joomla CMS application</a:t>
            </a:r>
          </a:p>
          <a:p>
            <a:pPr lvl="0" rtl="0"/>
            <a:r>
              <a:rPr lang="en-US" sz="2200" b="1" i="1" dirty="0">
                <a:latin typeface="Liberation Sans" pitchFamily="34"/>
                <a:cs typeface="Noto Sans" pitchFamily="34"/>
              </a:rPr>
              <a:t>Amazon </a:t>
            </a:r>
            <a:r>
              <a:rPr lang="en-US" sz="22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RDS (MySQL): </a:t>
            </a:r>
            <a:r>
              <a:rPr lang="en-US" sz="2200" b="1" i="1" dirty="0">
                <a:latin typeface="Liberation Sans" pitchFamily="34"/>
                <a:cs typeface="Noto Sans" pitchFamily="34"/>
              </a:rPr>
              <a:t>Managed and secure database service</a:t>
            </a:r>
          </a:p>
          <a:p>
            <a:pPr lvl="0" rtl="0"/>
            <a:r>
              <a:rPr lang="en-US" sz="2200" b="1" i="1" dirty="0">
                <a:latin typeface="Liberation Sans" pitchFamily="34"/>
                <a:cs typeface="Noto Sans" pitchFamily="34"/>
              </a:rPr>
              <a:t>Internet Gateway &amp; Route Tables: Enables internet access for public resources</a:t>
            </a:r>
          </a:p>
          <a:p>
            <a:pPr lvl="0" rtl="0"/>
            <a:r>
              <a:rPr lang="en-US" sz="2200" b="1" i="1" dirty="0">
                <a:latin typeface="Liberation Sans" pitchFamily="34"/>
                <a:cs typeface="Noto Sans" pitchFamily="34"/>
              </a:rPr>
              <a:t>Application Load Balancer </a:t>
            </a:r>
            <a:r>
              <a:rPr lang="en-US" sz="22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(ALB): </a:t>
            </a:r>
            <a:r>
              <a:rPr lang="en-US" sz="2200" b="1" i="1" dirty="0">
                <a:latin typeface="Liberation Sans" pitchFamily="34"/>
                <a:cs typeface="Noto Sans" pitchFamily="34"/>
              </a:rPr>
              <a:t>Efficient traffic </a:t>
            </a:r>
            <a:r>
              <a:rPr lang="en-US" sz="22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distribution</a:t>
            </a:r>
            <a:r>
              <a:rPr lang="en-US" sz="2200" b="1" i="1" dirty="0">
                <a:latin typeface="Liberation Sans" pitchFamily="34"/>
                <a:cs typeface="Noto Sans" pitchFamily="34"/>
              </a:rPr>
              <a:t> across instances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881B3A-28CF-4C83-AB34-D5D232CC1D21}" type="slidenum">
              <a:t>4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rtl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b="1" i="1">
                <a:latin typeface="Liberation Sans" pitchFamily="34"/>
                <a:cs typeface="Noto Sans" pitchFamily="34"/>
              </a:rPr>
              <a:t>Two-Tier Architecture Overview</a:t>
            </a:r>
          </a:p>
        </p:txBody>
      </p:sp>
      <p:pic>
        <p:nvPicPr>
          <p:cNvPr id="3" name=""/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1143000"/>
            <a:ext cx="9169560" cy="4343400"/>
          </a:xfr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228600"/>
            <a:ext cx="9551520" cy="5370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228600"/>
            <a:ext cx="9675000" cy="525780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72600" y="228600"/>
            <a:ext cx="9000000" cy="990000"/>
          </a:xfrm>
        </p:spPr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algn="ctr" rtl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i="1" dirty="0">
                <a:latin typeface="Liberation Sans" pitchFamily="34"/>
                <a:cs typeface="Noto Sans" pitchFamily="34"/>
              </a:rPr>
              <a:t>Application Tier – </a:t>
            </a:r>
            <a:r>
              <a:rPr lang="en-US" sz="36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EC2 Setup</a:t>
            </a:r>
          </a:p>
        </p:txBody>
      </p:sp>
      <p:pic>
        <p:nvPicPr>
          <p:cNvPr id="3" name=""/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29200" y="1218600"/>
            <a:ext cx="4800600" cy="4039199"/>
          </a:xfrm>
        </p:spPr>
      </p:pic>
      <p:sp>
        <p:nvSpPr>
          <p:cNvPr id="4" name="Text Placeholder 3"/>
          <p:cNvSpPr txBox="1">
            <a:spLocks noGrp="1"/>
          </p:cNvSpPr>
          <p:nvPr>
            <p:ph type="body" idx="4294967295"/>
          </p:nvPr>
        </p:nvSpPr>
        <p:spPr>
          <a:xfrm>
            <a:off x="180720" y="1600200"/>
            <a:ext cx="4391640" cy="3657600"/>
          </a:xfrm>
        </p:spPr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3pPr>
            <a:lvl4pPr marL="1728000" marR="0" lvl="3" indent="-216000">
              <a:spcBef>
                <a:spcPts val="0"/>
              </a:spcBef>
              <a:spcAft>
                <a:spcPts val="42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4pPr>
            <a:lvl5pPr marL="2160000" marR="0" lvl="4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5pPr>
            <a:lvl6pPr marL="2592000" marR="0" lvl="5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6pPr>
            <a:lvl7pPr marL="3024000" marR="0" lvl="6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7pPr>
            <a:lvl8pPr marL="3456000" marR="0" lvl="7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8pPr>
            <a:lvl9pPr marL="3887999" marR="0" lvl="8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9pPr>
          </a:lstStyle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600" b="1" i="1" dirty="0" smtClean="0">
                <a:latin typeface="Liberation Sans" pitchFamily="34"/>
                <a:cs typeface="Noto Sans" pitchFamily="34"/>
              </a:rPr>
              <a:t>Deploy </a:t>
            </a:r>
            <a:r>
              <a:rPr lang="en-US" sz="1600" b="1" i="1" dirty="0" smtClean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EC2 instances </a:t>
            </a:r>
            <a:r>
              <a:rPr lang="en-US" sz="1600" b="1" i="1" dirty="0" smtClean="0">
                <a:latin typeface="Liberation Sans" pitchFamily="34"/>
                <a:cs typeface="Noto Sans" pitchFamily="34"/>
              </a:rPr>
              <a:t>to host the application/business logic layer.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600" b="1" i="1" dirty="0" smtClean="0">
                <a:latin typeface="Liberation Sans" pitchFamily="34"/>
                <a:cs typeface="Noto Sans" pitchFamily="34"/>
              </a:rPr>
              <a:t>Ensure </a:t>
            </a:r>
            <a:r>
              <a:rPr lang="en-US" sz="1600" b="1" i="1" dirty="0" smtClean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connectivity</a:t>
            </a:r>
            <a:r>
              <a:rPr lang="en-US" sz="1600" b="1" i="1" dirty="0" smtClean="0">
                <a:latin typeface="Liberation Sans" pitchFamily="34"/>
                <a:cs typeface="Noto Sans" pitchFamily="34"/>
              </a:rPr>
              <a:t> with the </a:t>
            </a:r>
            <a:r>
              <a:rPr lang="en-US" sz="1600" b="1" i="1" dirty="0" smtClean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web/presentation tier and database tier.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600" b="1" i="1" dirty="0" smtClean="0">
                <a:latin typeface="Liberation Sans" pitchFamily="34"/>
                <a:cs typeface="Noto Sans" pitchFamily="34"/>
              </a:rPr>
              <a:t>Configure security groups and firewall rules for safe communication.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600" b="1" i="1" dirty="0" smtClean="0">
                <a:latin typeface="Liberation Sans" pitchFamily="34"/>
                <a:cs typeface="Noto Sans" pitchFamily="34"/>
              </a:rPr>
              <a:t>Implement </a:t>
            </a:r>
            <a:r>
              <a:rPr lang="en-US" sz="1600" b="1" i="1" dirty="0" smtClean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auto-scaling</a:t>
            </a:r>
            <a:r>
              <a:rPr lang="en-US" sz="1600" b="1" i="1" dirty="0" smtClean="0">
                <a:latin typeface="Liberation Sans" pitchFamily="34"/>
                <a:cs typeface="Noto Sans" pitchFamily="34"/>
              </a:rPr>
              <a:t> and </a:t>
            </a:r>
            <a:r>
              <a:rPr lang="en-US" sz="1600" b="1" i="1" dirty="0" smtClean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load balancing</a:t>
            </a:r>
            <a:r>
              <a:rPr lang="en-US" sz="1600" b="1" i="1" dirty="0" smtClean="0">
                <a:latin typeface="Liberation Sans" pitchFamily="34"/>
                <a:cs typeface="Noto Sans" pitchFamily="34"/>
              </a:rPr>
              <a:t> for scalability.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600" b="1" i="1" dirty="0" smtClean="0">
                <a:latin typeface="Liberation Sans" pitchFamily="34"/>
                <a:cs typeface="Noto Sans" pitchFamily="34"/>
              </a:rPr>
              <a:t>Monitor performance using CloudWatch.</a:t>
            </a:r>
            <a:endParaRPr lang="en-US" sz="1600" b="1" i="1" dirty="0">
              <a:latin typeface="Liberation Sans" pitchFamily="34"/>
              <a:cs typeface="Noto Sans" pitchFamily="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601200" y="450000"/>
            <a:ext cx="9000000" cy="990000"/>
          </a:xfrm>
        </p:spPr>
        <p:txBody>
          <a:bodyPr vert="horz" anchorCtr="1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algn="ctr" rtl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8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Database </a:t>
            </a:r>
            <a:r>
              <a:rPr lang="en-US" sz="32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Tier</a:t>
            </a:r>
            <a:r>
              <a:rPr lang="en-US" sz="28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 </a:t>
            </a:r>
            <a:r>
              <a:rPr lang="en-US" sz="2800" b="1" i="1" dirty="0">
                <a:latin typeface="Liberation Sans" pitchFamily="34"/>
                <a:cs typeface="Noto Sans" pitchFamily="34"/>
              </a:rPr>
              <a:t>– RDS Setup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228600" y="2183400"/>
            <a:ext cx="4391640" cy="2160000"/>
          </a:xfrm>
        </p:spPr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3pPr>
            <a:lvl4pPr marL="1728000" marR="0" lvl="3" indent="-216000">
              <a:spcBef>
                <a:spcPts val="0"/>
              </a:spcBef>
              <a:spcAft>
                <a:spcPts val="42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4pPr>
            <a:lvl5pPr marL="2160000" marR="0" lvl="4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5pPr>
            <a:lvl6pPr marL="2592000" marR="0" lvl="5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6pPr>
            <a:lvl7pPr marL="3024000" marR="0" lvl="6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7pPr>
            <a:lvl8pPr marL="3456000" marR="0" lvl="7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8pPr>
            <a:lvl9pPr marL="3887999" marR="0" lvl="8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9pPr>
          </a:lstStyle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Amazon RDS (MySQL) – Managed database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Multi-AZ for high availability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Automated backups &amp; maintenance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Secure access with Security Groups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Stores Joomla CMS data</a:t>
            </a:r>
          </a:p>
        </p:txBody>
      </p:sp>
      <p:pic>
        <p:nvPicPr>
          <p:cNvPr id="4" name=""/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29200" y="1371599"/>
            <a:ext cx="4800600" cy="388620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601200" y="153000"/>
            <a:ext cx="9000000" cy="990000"/>
          </a:xfrm>
        </p:spPr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rtl="0">
              <a:buNone/>
            </a:pPr>
            <a:r>
              <a:rPr lang="en-US" b="1" i="1">
                <a:latin typeface="Liberation Sans" pitchFamily="34"/>
                <a:cs typeface="Noto Sans" pitchFamily="34"/>
              </a:rPr>
              <a:t>Successfully Login in Database</a:t>
            </a:r>
          </a:p>
        </p:txBody>
      </p:sp>
      <p:pic>
        <p:nvPicPr>
          <p:cNvPr id="3" name=""/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143000"/>
            <a:ext cx="9601200" cy="434340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685799" y="1067400"/>
            <a:ext cx="9000000" cy="990000"/>
          </a:xfrm>
        </p:spPr>
        <p:txBody>
          <a:bodyPr vert="horz" anchorCtr="1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algn="ctr" rtl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Project Learning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540000" y="2183400"/>
            <a:ext cx="9000000" cy="2160000"/>
          </a:xfrm>
        </p:spPr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3pPr>
            <a:lvl4pPr marL="1728000" marR="0" lvl="3" indent="-216000">
              <a:spcBef>
                <a:spcPts val="0"/>
              </a:spcBef>
              <a:spcAft>
                <a:spcPts val="425"/>
              </a:spcAft>
              <a:buClr>
                <a:srgbClr val="FFFFFF"/>
              </a:buClr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4pPr>
            <a:lvl5pPr marL="2160000" marR="0" lvl="4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5pPr>
            <a:lvl6pPr marL="2592000" marR="0" lvl="5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6pPr>
            <a:lvl7pPr marL="3024000" marR="0" lvl="6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7pPr>
            <a:lvl8pPr marL="3456000" marR="0" lvl="7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8pPr>
            <a:lvl9pPr marL="3887999" marR="0" lvl="8" indent="-216000">
              <a:spcBef>
                <a:spcPts val="0"/>
              </a:spcBef>
              <a:spcAft>
                <a:spcPts val="213"/>
              </a:spcAft>
              <a:buClr>
                <a:srgbClr val="FFFFFF"/>
              </a:buClr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solidFill>
                  <a:srgbClr val="FFFFFF"/>
                </a:solidFill>
              </a:defRPr>
            </a:lvl9pPr>
          </a:lstStyle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Gained </a:t>
            </a:r>
            <a:r>
              <a:rPr lang="en-US" sz="18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hands-on experience </a:t>
            </a:r>
            <a:r>
              <a:rPr lang="en-US" sz="1800" b="1" i="1" dirty="0">
                <a:latin typeface="Liberation Sans" pitchFamily="34"/>
                <a:cs typeface="Noto Sans" pitchFamily="34"/>
              </a:rPr>
              <a:t>deploying a </a:t>
            </a:r>
            <a:r>
              <a:rPr lang="en-US" sz="18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two-tier web application </a:t>
            </a:r>
            <a:r>
              <a:rPr lang="en-US" sz="1800" b="1" i="1" dirty="0">
                <a:latin typeface="Liberation Sans" pitchFamily="34"/>
                <a:cs typeface="Noto Sans" pitchFamily="34"/>
              </a:rPr>
              <a:t>on AWS.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Learned to configure VPC, Subnets, Route Tables, and Security Groups.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Deployed </a:t>
            </a:r>
            <a:r>
              <a:rPr lang="en-US" sz="18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EC2 as web server and RDS as database </a:t>
            </a:r>
            <a:r>
              <a:rPr lang="en-US" sz="1800" b="1" i="1" dirty="0">
                <a:latin typeface="Liberation Sans" pitchFamily="34"/>
                <a:cs typeface="Noto Sans" pitchFamily="34"/>
              </a:rPr>
              <a:t>for Joomla.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Understood </a:t>
            </a:r>
            <a:r>
              <a:rPr lang="en-US" sz="18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networking, security</a:t>
            </a:r>
            <a:r>
              <a:rPr lang="en-US" sz="1800" b="1" i="1" dirty="0">
                <a:latin typeface="Liberation Sans" pitchFamily="34"/>
                <a:cs typeface="Noto Sans" pitchFamily="34"/>
              </a:rPr>
              <a:t>, and </a:t>
            </a:r>
            <a:r>
              <a:rPr lang="en-US" sz="18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database connectivity </a:t>
            </a:r>
            <a:r>
              <a:rPr lang="en-US" sz="1800" b="1" i="1" dirty="0">
                <a:latin typeface="Liberation Sans" pitchFamily="34"/>
                <a:cs typeface="Noto Sans" pitchFamily="34"/>
              </a:rPr>
              <a:t>in cloud environments.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Learned to make applications scalable, secure, and reliable on AWS.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72600" y="610200"/>
            <a:ext cx="9000000" cy="990000"/>
          </a:xfrm>
        </p:spPr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algn="ctr" rtl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b="1" i="1" dirty="0">
                <a:latin typeface="Liberation Sans" pitchFamily="34"/>
                <a:cs typeface="Noto Sans" pitchFamily="34"/>
              </a:rPr>
              <a:t>Summary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914400" y="2179800"/>
            <a:ext cx="9000000" cy="2163600"/>
          </a:xfrm>
        </p:spPr>
        <p:txBody>
          <a:bodyPr vert="horz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lvl="0" indent="0" algn="l" rtl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Deployed a two-tier </a:t>
            </a:r>
            <a:r>
              <a:rPr lang="en-US" sz="1800" b="1" i="1" dirty="0" smtClean="0">
                <a:latin typeface="Liberation Sans" pitchFamily="34"/>
                <a:cs typeface="Noto Sans" pitchFamily="34"/>
              </a:rPr>
              <a:t>joomla </a:t>
            </a:r>
            <a:r>
              <a:rPr lang="en-US" sz="1800" b="1" i="1" dirty="0">
                <a:latin typeface="Liberation Sans" pitchFamily="34"/>
                <a:cs typeface="Noto Sans" pitchFamily="34"/>
              </a:rPr>
              <a:t>web application on AWS.</a:t>
            </a:r>
          </a:p>
          <a:p>
            <a:pPr marL="0" lvl="0" indent="0" algn="l" rtl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Used EC2 for the web server and RDS for the database.</a:t>
            </a:r>
          </a:p>
          <a:p>
            <a:pPr marL="0" lvl="0" indent="0" algn="l" rtl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Configured </a:t>
            </a:r>
            <a:r>
              <a:rPr lang="en-US" sz="18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VPC, Subnets, Route Tables, and Security Groups for secure networking.</a:t>
            </a:r>
          </a:p>
          <a:p>
            <a:pPr marL="0" lvl="0" indent="0" algn="l" rtl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1" i="1" dirty="0">
                <a:latin typeface="Liberation Sans" pitchFamily="34"/>
                <a:cs typeface="Noto Sans" pitchFamily="34"/>
              </a:rPr>
              <a:t>Learned to make </a:t>
            </a:r>
            <a:r>
              <a:rPr lang="en-US" sz="1800" b="1" i="1" dirty="0">
                <a:solidFill>
                  <a:srgbClr val="0070C0"/>
                </a:solidFill>
                <a:latin typeface="Liberation Sans" pitchFamily="34"/>
                <a:cs typeface="Noto Sans" pitchFamily="34"/>
              </a:rPr>
              <a:t>the application scalable, secure, and reliable</a:t>
            </a:r>
            <a:r>
              <a:rPr lang="en-US" sz="1800" b="1" i="1" dirty="0">
                <a:latin typeface="Liberation Sans" pitchFamily="34"/>
                <a:cs typeface="Noto Sans" pitchFamily="34"/>
              </a:rPr>
              <a:t>.</a:t>
            </a:r>
          </a:p>
          <a:p>
            <a:pPr marL="0" lvl="0" indent="0" algn="l" rtl="0">
              <a:spcBef>
                <a:spcPts val="1191"/>
              </a:spcBef>
              <a:spcAft>
                <a:spcPts val="992"/>
              </a:spcAft>
              <a:buNone/>
            </a:pPr>
            <a:endParaRPr lang="en-US" sz="1000" b="1" i="1" dirty="0">
              <a:latin typeface="Liberation Sans" pitchFamily="34"/>
              <a:cs typeface="Noto Sans" pitchFamily="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ight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ghts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ights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Lights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Light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318</Words>
  <Application>Microsoft Office PowerPoint</Application>
  <PresentationFormat>On-screen Show (4:3)</PresentationFormat>
  <Paragraphs>42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Lights</vt:lpstr>
      <vt:lpstr>Lights1</vt:lpstr>
      <vt:lpstr>Lights2</vt:lpstr>
      <vt:lpstr>1_Lights1</vt:lpstr>
      <vt:lpstr>1_Lights</vt:lpstr>
      <vt:lpstr>Deploying a Two-Tier Web Architecture on AWS   Subtitle- Using EC2, RDS, VPC, and Joomla Database</vt:lpstr>
      <vt:lpstr>Introduction</vt:lpstr>
      <vt:lpstr>AWS Services Involved/ High-Level Architecture      </vt:lpstr>
      <vt:lpstr>Two-Tier Architecture Overview</vt:lpstr>
      <vt:lpstr>PowerPoint Presentation</vt:lpstr>
      <vt:lpstr>PowerPoint Presentation</vt:lpstr>
      <vt:lpstr>Application Tier – EC2 Setup</vt:lpstr>
      <vt:lpstr>Database Tier – RDS Setup</vt:lpstr>
      <vt:lpstr>Successfully Login in Database</vt:lpstr>
      <vt:lpstr>Project Learning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Lights</dc:title>
  <dc:creator>Ankit Sahu</dc:creator>
  <dc:description>This work is licensed under a Creative Commons 0 License.
It makes use of the works of kka_libo_design@ashisuto.co.jp.</dc:description>
  <cp:lastModifiedBy>USER</cp:lastModifiedBy>
  <cp:revision>7</cp:revision>
  <dcterms:created xsi:type="dcterms:W3CDTF">2025-12-17T20:15:22Z</dcterms:created>
  <dcterms:modified xsi:type="dcterms:W3CDTF">2026-01-01T09:22:40Z</dcterms:modified>
</cp:coreProperties>
</file>